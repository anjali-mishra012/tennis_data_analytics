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8B1744-9096-48A1-9C00-94ECAC3B0FDC}">
  <a:tblStyle styleId="{678B1744-9096-48A1-9C00-94ECAC3B0F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619398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Tennis Data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318420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SportRadar Event Explorer: An End-to-End Data Pipeline for Tennis Competition Insights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0950" y="4362300"/>
            <a:ext cx="11030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 sz="1700">
              <a:solidFill>
                <a:srgbClr val="22C55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2C55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Karan Vasani</a:t>
            </a:r>
            <a:endParaRPr sz="1700">
              <a:solidFill>
                <a:srgbClr val="22C55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Dakshata Sadekar</a:t>
            </a:r>
            <a:endParaRPr sz="1700">
              <a:solidFill>
                <a:srgbClr val="22C55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Anjali Mishra</a:t>
            </a:r>
            <a:endParaRPr sz="1700">
              <a:solidFill>
                <a:srgbClr val="22C55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Sakshi Shinde</a:t>
            </a:r>
            <a:endParaRPr sz="1700">
              <a:solidFill>
                <a:srgbClr val="22C55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55957" y="1685925"/>
            <a:ext cx="68008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325653" y="2971800"/>
            <a:ext cx="554069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381625" y="4162425"/>
            <a:ext cx="142875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448050" y="4676775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Bridging the gap between raw data and actionable sports insights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57450"/>
            <a:ext cx="522922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57450"/>
            <a:ext cx="5229225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19175" y="2838450"/>
            <a:ext cx="46305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19175" y="3305175"/>
            <a:ext cx="44100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Sportradar API provides high-fidelity tennis data, but in deeply nested JSON formats. Analyzing historical trends, player rankings, and venue locations directly from raw responses is inefficient and non-scalable for sports analysts.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819900" y="2838450"/>
            <a:ext cx="46305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Solution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819900" y="3305175"/>
            <a:ext cx="44100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automated ETL pipeline that extracts JSON data, flattens complex structures, and stores them in a structured SQL relational database, coupled with a Streamlit dashboard for real-time visualization.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 &amp;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2212"/>
            <a:ext cx="34861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62212"/>
            <a:ext cx="34861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62212"/>
            <a:ext cx="348615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93908" y="3481387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66775" y="400526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for API extraction, data cleaning, and processing using Pandas.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565808" y="3481387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38675" y="400526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Relational storage for structured data with complex analytical querying.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337708" y="3481387"/>
            <a:ext cx="30603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10575" y="4005262"/>
            <a:ext cx="2914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Front-end web framework for building interactive data dashboards.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7955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7955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7955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81025" y="376713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699046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20362" y="3957637"/>
            <a:ext cx="2547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Extraction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100" y="4438537"/>
            <a:ext cx="2426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Fetching real-time data from Sportradar API endpoints.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4476741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388131" y="3957637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Transformation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448794" y="4433887"/>
            <a:ext cx="24264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Parsing nested JSON into flattened tabular structures.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434573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255900" y="3957637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Loading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16563" y="4433887"/>
            <a:ext cx="24264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Migrating cleaned data into relational SQL tables.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10302342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C55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123670" y="3957637"/>
            <a:ext cx="25478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Visualization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184332" y="4433887"/>
            <a:ext cx="24264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Rendering insights via Streamlit Interactive UI.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PIPELINE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8"/>
          <p:cNvGraphicFramePr/>
          <p:nvPr/>
        </p:nvGraphicFramePr>
        <p:xfrm>
          <a:off x="581025" y="2466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{678B1744-9096-48A1-9C00-94ECAC3B0FDC}</a:tableStyleId>
              </a:tblPr>
              <a:tblGrid>
                <a:gridCol w="2783975"/>
                <a:gridCol w="3457875"/>
                <a:gridCol w="4788100"/>
              </a:tblGrid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Metrics Tracked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Competitors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Player Profiles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Names, Nationality, 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Rankings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Weekly Movements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Points, Rank Stability, Movement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Competitions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Tournament 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Category, Type (ITF, ATP, etc.)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Venues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Geographic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Country, Complex Names, Courts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81025" y="3662362"/>
            <a:ext cx="2783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365003" y="3662362"/>
            <a:ext cx="34578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822876" y="3662362"/>
            <a:ext cx="47880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81025" y="4233862"/>
            <a:ext cx="2783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365003" y="4233862"/>
            <a:ext cx="34578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822876" y="4233862"/>
            <a:ext cx="47880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81025" y="4805362"/>
            <a:ext cx="2783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365003" y="4805362"/>
            <a:ext cx="34578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822876" y="4805362"/>
            <a:ext cx="47880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81025" y="5376862"/>
            <a:ext cx="27839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365003" y="5376862"/>
            <a:ext cx="34578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822876" y="5376862"/>
            <a:ext cx="478809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RELATIONAL DATABASE SCHEMA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685948" y="1685925"/>
            <a:ext cx="82010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2690574" y="2971800"/>
            <a:ext cx="681085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Analytical Deep Dive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381625" y="4162425"/>
            <a:ext cx="142875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3124200" y="4676775"/>
            <a:ext cx="594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Uncovering performance trends and tournament structures through SQL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81025" y="48006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*Sample aggregated points from the rankings table indicating national dominance in specific tournament tiers.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POINTS DISTRIBUTION BY COUNTRY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81000" y="2908275"/>
            <a:ext cx="3551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100</a:t>
            </a:r>
            <a:r>
              <a:rPr b="1" i="0" lang="en-US" sz="10500" u="none" cap="none" strike="noStrike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66188" y="4524375"/>
            <a:ext cx="33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Automated Workflow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533900" y="3143250"/>
            <a:ext cx="74309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Pipeline Efficiency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533900" y="3609975"/>
            <a:ext cx="7077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project successfully transforms complex JSON responses into a 6-table relational schema with zero manual intervention, allowing for instant SQL querying on player performance and tournament venues.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 BY THE NUMBERS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81025" y="1671637"/>
            <a:ext cx="519064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UX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81025" y="2671762"/>
            <a:ext cx="519064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Exploration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81025" y="313848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Streamlit application provides filters for competition levels, player search, and venue mapping.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81025" y="412908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bridges the gap between raw backend SQL data and the end-user, enabling sports enthusiasts to visualize rank stability and country-wise performance trends effortlessly.</a:t>
            </a:r>
            <a:endParaRPr/>
          </a:p>
        </p:txBody>
      </p:sp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1343025" y="2919412"/>
            <a:ext cx="1026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Scalability: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Converted raw API responses into a searchable, relational database.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1343025" y="3462337"/>
            <a:ext cx="1026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Historical Trends: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Enabled analysis of rank stability and movement over multiple cycles.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1343025" y="4005262"/>
            <a:ext cx="1026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Predictive Analytics: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Future scope includes integrating ML models for match outcome predictions.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1343025" y="4548187"/>
            <a:ext cx="1026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Live Mapping: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Planning to add real-time GIS mapping for active tournament complexes.</a:t>
            </a:r>
            <a:endParaRPr/>
          </a:p>
        </p:txBody>
      </p:sp>
      <p:pic>
        <p:nvPicPr>
          <p:cNvPr descr="image.png"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957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5004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5862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 &amp; FUTURE SCOPE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650" y="2898800"/>
            <a:ext cx="3870750" cy="133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305276" y="5810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581025" y="19145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 for your time!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4833937" y="3086100"/>
            <a:ext cx="2524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Project: Tennis_Data_Analytics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4833937" y="3661600"/>
            <a:ext cx="252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C55E"/>
                </a:solidFill>
                <a:latin typeface="Lato"/>
                <a:ea typeface="Lato"/>
                <a:cs typeface="Lato"/>
                <a:sym typeface="Lato"/>
              </a:rPr>
              <a:t>GitHub: anjali-mishra012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581025" y="304993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81025" y="40232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81025" y="40232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98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676400" y="319280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https://elements-resized.envatousercontent.com/elements-video-cover-images/af107d0c-c891-4180-8e42-eabf1cdbeb0a/video_preview/video_preview_0000.jpg?w=500&amp;cf_fit=cover&amp;q=85&amp;format=auto&amp;s=dccb8260eff14adf84ebe8778ef07ebbb42d662c66d6d51bc84973e4c881b1ff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1676400" y="363661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elements.envato.com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82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676400" y="417567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https://i.natgeofe.com/n/672fa47f-8c6a-486a-9916-9fadb4de9e50/olympic-medal-match-data-clean.jpg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676400" y="442138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www.nationalgeographic.com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2C5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